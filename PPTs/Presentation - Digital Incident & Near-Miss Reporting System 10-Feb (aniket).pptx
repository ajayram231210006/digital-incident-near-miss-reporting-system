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5" r:id="rId8"/>
    <p:sldId id="267" r:id="rId9"/>
    <p:sldId id="260" r:id="rId10"/>
    <p:sldId id="268" r:id="rId11"/>
    <p:sldId id="273" r:id="rId12"/>
    <p:sldId id="275" r:id="rId13"/>
    <p:sldId id="261" r:id="rId14"/>
    <p:sldId id="269" r:id="rId15"/>
    <p:sldId id="270" r:id="rId16"/>
    <p:sldId id="271" r:id="rId17"/>
    <p:sldId id="272" r:id="rId18"/>
    <p:sldId id="279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7B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91757-09E4-E8A5-9E44-4F4E58CFF8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E77DB5-06F4-B42E-1673-3373401F4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B0E02-227D-F0C0-30C6-D809ACD59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12C75-4ED5-4EE1-93CA-82D31E8571B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3E011-FAEF-21C5-7ADB-1DCBF978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71879-5A4F-6102-F431-E84E5483E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6019-9941-4175-B6BA-011802090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26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E5B75-5EF6-244C-CBBF-A2B8F7D37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D74D9-0643-E0E1-0922-BBE6BF81B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1702E-EEC4-50D1-8C1E-33590F4C6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12C75-4ED5-4EE1-93CA-82D31E8571B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07117-FAC8-90D8-F8E3-E090115C4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44A21-3FED-643B-72E3-AC116A479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6019-9941-4175-B6BA-011802090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09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48F15-FADD-AEF8-02AB-887F5875F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0CAD5-7416-454B-95D9-43A452F55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34297-C986-02A0-E5BF-D3476E3CF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12C75-4ED5-4EE1-93CA-82D31E8571B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8B1FC-D2A5-F5F4-6988-7E6CD15E0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10EFD-1D17-05E5-4275-1F2C00A5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6019-9941-4175-B6BA-011802090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714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E0CB0-399E-A7EB-5F64-93BCD3E8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64A57-30D1-F333-B2AB-351E51573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B0DCA-61CC-9C65-E2CD-1E245F343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70371-E9C2-4001-9934-53EEA3A92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12C75-4ED5-4EE1-93CA-82D31E8571B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F3B4D-5176-48C0-9FF0-C18C5612B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6A3E8-C732-F9A9-6900-438D2C634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6019-9941-4175-B6BA-011802090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067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3B363-2127-F02A-6DCD-4C80F12B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F31B9-7504-57B3-7A4B-90E4E7659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EECA05-83C4-ADCC-98AD-DD7389B47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1E0213-C564-FA72-6C38-1D7C7D607E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58733D-BDA4-8580-13D9-DDC3B1E580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CED420-B6A7-107B-5518-3EB946F31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12C75-4ED5-4EE1-93CA-82D31E8571B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458F41-E748-F795-5BF8-29855E7DA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8A65B9-469E-5186-3CE6-6AC6EBEF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6019-9941-4175-B6BA-011802090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814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3D2D-AA16-6473-8076-0ABA40A99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4E994-762C-FBBE-BA96-74CC49BD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12C75-4ED5-4EE1-93CA-82D31E8571B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15D87-B075-AD13-5790-633279879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9FFE3-F628-8AF7-6409-DFB5BA702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6019-9941-4175-B6BA-011802090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75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7E5AEC-96D6-2AD8-E857-FFA507BE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12C75-4ED5-4EE1-93CA-82D31E8571B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85B609-178F-DEC7-04CF-4E6B2E73D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35613-6F6C-C8CD-0BF1-D37D3F68D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6019-9941-4175-B6BA-011802090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168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29BBE-D49D-BC4A-3A79-01FD2CDB4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1B312-6153-CC34-D885-DBA4E9AB5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0F740-FDD1-DD72-AFEF-325F49FC7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90B910-DF84-EF39-7CC7-481691A79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12C75-4ED5-4EE1-93CA-82D31E8571B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928F1-7739-FC10-4CBF-EFDE705AC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D1B760-FB98-3C88-59F7-152748FC5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6019-9941-4175-B6BA-011802090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215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E0C1-A2B2-A9C7-BE3C-BC4A9E657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7EAF18-74DC-D7A8-C3AD-58A285953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60736-2E21-B365-998A-51DDACA30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D3D23-17B6-3567-D1CF-0DC5B0F66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12C75-4ED5-4EE1-93CA-82D31E8571B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EA53F-EF6F-FE26-1E52-6B7A35B5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11BE5-2BFA-7A97-563F-34FBF0BD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6019-9941-4175-B6BA-011802090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343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9DE78-FA38-DD36-AD80-598CB1EAA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D25501-EE30-370E-049C-AF81154CD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FDE76-F33D-BFDA-F8D1-C86DE9FD3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12C75-4ED5-4EE1-93CA-82D31E8571B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D3F45-4DAD-73EF-ABD5-A3FEDB174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09F0D-3F6A-864B-A688-77597FEDC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6019-9941-4175-B6BA-011802090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214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35BB36-909E-C10F-DF92-AD33C0F58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5B2D9C-7B85-33F0-3342-7397579E3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15498-731A-A695-1052-9E002F05D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12C75-4ED5-4EE1-93CA-82D31E8571B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33087-FED7-2DEE-CBDC-80B7905F2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0CA19-E057-0EFD-F3D7-9AAB78F1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6019-9941-4175-B6BA-011802090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716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637E5A-9D61-F366-9933-1651C75DF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06263-89DC-A09A-FB4E-280BBD6A4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33643-E690-1459-A238-F6AB5D3A3D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12C75-4ED5-4EE1-93CA-82D31E8571B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D9A5C-539D-B710-E093-13FC92598C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0E650-4806-7704-0887-C09D18BBD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926019-9941-4175-B6BA-011802090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115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1DB04F-278F-9827-1AED-31BB17ED3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74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9C7E-E125-B8BA-CF04-A9EC2021D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8869CB-9457-8FC7-F42E-5F0831F15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507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4667C-27B2-30F9-FD16-B352892F9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2AF86548-D0F7-A9EE-CDAA-610D48F72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560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6C241-69D2-1854-EEF4-9A2CAB5E3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2210FD-3A7F-12A8-2FB0-A056F2B61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97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4E9D7-2D4E-9954-E3F8-04E00E689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72AB58-0035-32E5-92CF-6D1180CCC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76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80C3D-B4BE-3B1C-DD90-2DDDFF50D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2145E4-A3D2-D3A3-FF45-4A9B99398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603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8612B-381F-07A3-794E-C1429CDEC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7832CA-11ED-E82E-DED5-852C85C33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604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95520-AA91-9D32-3E43-8EC04F651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BD0C65-2081-5A81-B56C-2492BB85B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525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C7624-FBB2-9C20-A713-44642BE65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F8C610-8B49-B9E2-2059-77B9388B7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603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D53A1-F7B4-E343-0E7F-3388D31DF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D39BC1-22E5-E595-BBDE-BEDF1FB9E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768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2FD73-8552-94CF-4C78-277B3543A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0DF28A-EC99-1AB7-2B36-C7C51CD52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012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92026D-9688-92CD-D220-E940EE74E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D60C47-441A-7BD9-6519-7704EC385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32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12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3612B-5631-7D2B-45D7-F8EC269F2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39632D-BA68-B5E8-D6BB-7CEA85066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049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2F906-AAA5-BE24-7A3E-67EE20ACC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4C86BC-9104-9F5F-76DA-9B6FA1AAE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92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A5E77-9F1C-07FD-EC4F-E5F93263A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3E326B-0012-4C13-854F-073E93A88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380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CB583-8CC5-413D-2E29-8FFD17444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521088-06D4-890F-9B5C-C42AD13A0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746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8B17A-7271-822F-800D-5701A6C73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D7617F-4E6E-16BF-31ED-3582090026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9832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449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AB298-AB9D-C700-ED79-49141BADD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699A03-6EAE-FFD6-A43F-89752C474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853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A09FD2-8B3C-D42D-1E8F-93C4B47F7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226AC6-B985-8587-DAF4-7D41C3690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21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78664C-5521-535C-25B0-4372F7DF5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510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68DE8-68D6-A261-A783-0527EBF89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D12A53-0215-AF8D-4042-0DC73B1D7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642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0</Words>
  <Application>Microsoft Office PowerPoint</Application>
  <PresentationFormat>Widescreen</PresentationFormat>
  <Paragraphs>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Ajayram Meena</dc:creator>
  <cp:lastModifiedBy>Ajayram Meena</cp:lastModifiedBy>
  <cp:revision>7</cp:revision>
  <dcterms:created xsi:type="dcterms:W3CDTF">2026-02-07T06:31:51Z</dcterms:created>
  <dcterms:modified xsi:type="dcterms:W3CDTF">2026-02-09T14:56:40Z</dcterms:modified>
</cp:coreProperties>
</file>